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Crisis Resolution &amp; Action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PT Belanja Kilat - Puncak Insiden Harbolnas 11.11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Rekayasa Infrastruktur &amp; Emergency Architecture Mitigation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Langkah 1.1:** Isolasi Memory Leak</a:t>
            </a:r>
          </a:p>
          <a:p>
            <a:pPr/>
            <a:r>
              <a:t>+ Identifikasi sumber memory leak menggunakan alat analisis memory leak (e.g. Valgrind, AddressSanitizer)</a:t>
            </a:r>
          </a:p>
          <a:p>
            <a:pPr/>
            <a:r>
              <a:t>+ Lakukan rollback ke versi sebelumnya yang stabil untuk memulihkan sistem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Rekayasa Infrastruktur &amp; Emergency Architecture Mitigation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+ Implementasikan patch untuk memperbaiki memory leak</a:t>
            </a:r>
          </a:p>
          <a:p>
            <a:pPr/>
            <a:r>
              <a:t>Langkah 1.2:** Pembatasan Trafik via Circuit Breaker</a:t>
            </a:r>
          </a:p>
          <a:p>
            <a:pPr/>
            <a:r>
              <a:t>+ Aktifkan circuit breaker untuk membatasi trafik ke sistem pembayaran utama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Rekayasa Infrastruktur &amp; Emergency Architecture Mitigation (Part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+ Arahkan trafik ke sistem pembayaran cadangan (backup payment system)</a:t>
            </a:r>
          </a:p>
          <a:p>
            <a:pPr/>
            <a:r>
              <a:t>Langkah 1.3:** Optimasi Connection Pooling Database</a:t>
            </a:r>
          </a:p>
          <a:p>
            <a:pPr/>
            <a:r>
              <a:t>+ Optimalkan konfigurasi connection pooling database untuk meningkatkan kinerja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Rekayasa Infrastruktur &amp; Emergency Architecture Mitigation (Part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+ Lakukan monitoring database untuk mendeteksi gejala deadlock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Strategi Bisnis &amp; GMV Risk Recovery Management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Langkah 2.1:** Mitigasi Kegagalan Checkout Pengguna</a:t>
            </a:r>
          </a:p>
          <a:p>
            <a:pPr/>
            <a:r>
              <a:t>+ Implementasikan sistem antrean (Queueing System) berdurasi maksimal 3 menit pada halaman checkout</a:t>
            </a:r>
          </a:p>
          <a:p>
            <a:pPr/>
            <a:r>
              <a:t>+ Komunikasikan dengan pengguna tentang kemungkinan kegagalan checkout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Strategi Bisnis &amp; GMV Risk Recovery Management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Langkah 2.2:** Kompensasi Voucher</a:t>
            </a:r>
          </a:p>
          <a:p>
            <a:pPr/>
            <a:r>
              <a:t>+ Siapkan voucher sebagai kompensasi untuk pengguna yang telah melakukan pembayaran</a:t>
            </a:r>
          </a:p>
          <a:p>
            <a:pPr/>
            <a:r>
              <a:t>+ Komunikasikan dengan pengguna tentang kompensasi voucher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Strategi Bisnis &amp; GMV Risk Recovery Management (Part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Langkah 2.3:** Opsi Operasional Penyelamatan Target Omset</a:t>
            </a:r>
          </a:p>
          <a:p>
            <a:pPr/>
            <a:r>
              <a:t>+ Perpanjang puncak Harbolnas 11.11 PT Belanja Kilat secara resmi selama 6 jam berikutnya</a:t>
            </a:r>
          </a:p>
          <a:p>
            <a:pPr/>
            <a:r>
              <a:t>+ Komunikasikan dengan pengguna tentang perpanjangan puncak Harbolnas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Legal, Compliance &amp; SLA Exposure Evaluation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Langkah 3.1:** Analisis Pelanggaran Janji Tingkat Layanan (SLA)</a:t>
            </a:r>
          </a:p>
          <a:p>
            <a:pPr/>
            <a:r>
              <a:t>+ Evaluasi pelanggaran SLA vendor Payment Gateway</a:t>
            </a:r>
          </a:p>
          <a:p>
            <a:pPr/>
            <a:r>
              <a:t>+ Identifikasi sumber pelanggaran dan tindakan yang dapat diambil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Legal, Compliance &amp; SLA Exposure Evaluation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Langkah 3.2:** Mitigasi Risiko Regulasi Hukum Konsumen</a:t>
            </a:r>
          </a:p>
          <a:p>
            <a:pPr/>
            <a:r>
              <a:t>+ Komunikasikan dengan tim legal untuk mengajukan kompensasi pelanggaran SLA kepada vendor Payment Gateway</a:t>
            </a:r>
          </a:p>
          <a:p>
            <a:pPr/>
            <a:r>
              <a:t>+ Evaluasi risiko regulasi hukum konsumen dan tindakan yang dapat diambil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Public Relations &amp; Crisis Communication Protocol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Langkah 4.1:** Rancangan Pernyataan Publik Transparan</a:t>
            </a:r>
          </a:p>
          <a:p>
            <a:pPr/>
            <a:r>
              <a:t>+ Buat pernyataan publik transparan tentang kegagalan sistem pembayaran</a:t>
            </a:r>
          </a:p>
          <a:p>
            <a:pPr/>
            <a:r>
              <a:t>+ Komunikasikan dengan pengguna tentang kemungkinan kegagalan checkout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Public Relations &amp; Crisis Communication Protocol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Langkah 4.2:** Rilis Post-Mortem Teknis</a:t>
            </a:r>
          </a:p>
          <a:p>
            <a:pPr/>
            <a:r>
              <a:t>+ Buat laporan post-mortem teknis tentang kegagalan sistem pembayaran</a:t>
            </a:r>
          </a:p>
          <a:p>
            <a:pPr/>
            <a:r>
              <a:t>+ Komunikasikan dengan pengguna tentang laporan post-mortem teknis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